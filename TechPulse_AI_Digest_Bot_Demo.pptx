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3840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AUTONOMOUS TECHNICAL INTELLIGENCE BOT</a:t>
            </a:r>
          </a:p>
          <a:p>
            <a:pPr>
              <a:spcAft>
                <a:spcPts val="12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TechPulse AI Digest Bot</a:t>
            </a:r>
          </a:p>
          <a:p>
            <a:pPr>
              <a:spcAft>
                <a:spcPts val="2400"/>
              </a:spcAft>
              <a:defRPr sz="1500">
                <a:solidFill>
                  <a:srgbClr val="94A3B8"/>
                </a:solidFill>
                <a:latin typeface="Arial"/>
              </a:defRPr>
            </a:pPr>
            <a:r>
              <a:t>Autonomous multi-source intelligence engine distilling open-source velocity, research preprints, and developer signals into high-conviction executive briefings.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2468880" cy="1280160"/>
          </a:xfrm>
          <a:prstGeom prst="roundRect">
            <a:avLst/>
          </a:prstGeom>
          <a:solidFill>
            <a:srgbClr val="121622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2628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EA5E9"/>
                </a:solidFill>
                <a:latin typeface="Arial"/>
              </a:defRPr>
            </a:pPr>
            <a:r>
              <a:t>6 Multi-Feeds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GitHub, HN, HF, ArXiv, Dev.to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4389120"/>
            <a:ext cx="2468880" cy="1280160"/>
          </a:xfrm>
          <a:prstGeom prst="roundRect">
            <a:avLst/>
          </a:prstGeom>
          <a:solidFill>
            <a:srgbClr val="121622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452628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Groq 120B LLM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Sub-15s Curation &amp; JSON Schema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389120"/>
            <a:ext cx="2468880" cy="1280160"/>
          </a:xfrm>
          <a:prstGeom prst="roundRect">
            <a:avLst/>
          </a:prstGeom>
          <a:solidFill>
            <a:srgbClr val="121622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52628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59E0B"/>
                </a:solidFill>
                <a:latin typeface="Arial"/>
              </a:defRPr>
            </a:pPr>
            <a:r>
              <a:t>30-Day Dedup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SQLite WAL Sliding Window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4389120"/>
            <a:ext cx="2468880" cy="1280160"/>
          </a:xfrm>
          <a:prstGeom prst="roundRect">
            <a:avLst/>
          </a:prstGeom>
          <a:solidFill>
            <a:srgbClr val="121622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452628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$0 / Month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Zero-Cost Serverless &amp;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Author: BT-Nishant (Bugendaitech)  |  Private GitHub Repository: Bugendaitech-Nishant/techpulse-ai-digest-bot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TECHPULSE // OSINT-AI OBSERVATORY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Decoupled 3-Agent Autonomous Pipeline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114800"/>
          </a:xfrm>
          <a:prstGeom prst="roundRect">
            <a:avLst/>
          </a:prstGeom>
          <a:solidFill>
            <a:srgbClr val="121622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Arial"/>
              </a:defRPr>
            </a:pPr>
            <a:r>
              <a:t>AGENT 1: HARVESTER</a:t>
            </a:r>
          </a:p>
          <a:p>
            <a:pPr>
              <a:spcAft>
                <a:spcPts val="14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Multi-Source Concurrent Ingestion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Concurrent multi-threaded crawling across 6 APIs &amp; scrapers in &lt;7s total.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In-batch normalization (UTM parameter stripping, URL SHA-256 hashing).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30-day SQLite sliding deduplication window: prevents repeat surfacing.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Robust error isolation: individual feed failure never halts the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114800"/>
          </a:xfrm>
          <a:prstGeom prst="roundRect">
            <a:avLst/>
          </a:prstGeom>
          <a:solidFill>
            <a:srgbClr val="121622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AGENT 2: PROCESSOR</a:t>
            </a:r>
          </a:p>
          <a:p>
            <a:pPr>
              <a:spcAft>
                <a:spcPts val="14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Groq LLM Filter, Ranker &amp; Summarizer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Powered by Groq Cloud API: Primary (openai/gpt-oss-120b) + Fallback (qwen3.8-27b).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Curates strictly against technical profile (AI agents, LLMs, Python, backends).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High-Signal 3-Tier Categorization: Must Read, Inspiration, or Skip.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Generates 2-sentence technical brief and 'Why it matters' strategic note.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114800"/>
          </a:xfrm>
          <a:prstGeom prst="roundRect">
            <a:avLst/>
          </a:prstGeom>
          <a:solidFill>
            <a:srgbClr val="121622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AGENT 3: PUBLISHER</a:t>
            </a:r>
          </a:p>
          <a:p>
            <a:pPr>
              <a:spcAft>
                <a:spcPts val="14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Markdown Compiler &amp; Database Syncer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Compiles structured executive reports to digests/YYYY-MM-DD.md.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Windows cp1252 &amp; UTF-8 resilient (zero terminal crashes on Windows).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Transactional SQLite persistence for digests, metrics, and curated items.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 Defensive overwrite protection: safeguards historical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Result: Complete end-to-end execution completes in ~15.2 seconds with zero human intervention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TECHPULSE // OSINT-AI OBSERVATORY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The 6-Source Intelligence Ingestion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1920240"/>
          </a:xfrm>
          <a:prstGeom prst="roundRect">
            <a:avLst/>
          </a:prstGeom>
          <a:solidFill>
            <a:srgbClr val="121622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301752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GitHub Trending</a:t>
            </a:r>
          </a:p>
          <a:p>
            <a:pPr>
              <a:spcAft>
                <a:spcPts val="600"/>
              </a:spcAft>
              <a:defRPr sz="1000" b="1">
                <a:solidFill>
                  <a:srgbClr val="0EA5E9"/>
                </a:solidFill>
                <a:latin typeface="Arial"/>
              </a:defRPr>
            </a:pPr>
            <a:r>
              <a:t>Protocol: HTML Scraper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Scrapes top daily repos across Python and all engineering languages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1920240"/>
          </a:xfrm>
          <a:prstGeom prst="roundRect">
            <a:avLst/>
          </a:prstGeom>
          <a:solidFill>
            <a:srgbClr val="121622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19072"/>
            <a:ext cx="301752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GitHub Search API</a:t>
            </a:r>
          </a:p>
          <a:p>
            <a:pPr>
              <a:spcAft>
                <a:spcPts val="600"/>
              </a:spcAft>
              <a:defRPr sz="1000" b="1">
                <a:solidFill>
                  <a:srgbClr val="0EA5E9"/>
                </a:solidFill>
                <a:latin typeface="Arial"/>
              </a:defRPr>
            </a:pPr>
            <a:r>
              <a:t>Protocol: REST API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Monitors fast-moving newly created repositories in AI agents &amp;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1920240"/>
          </a:xfrm>
          <a:prstGeom prst="roundRect">
            <a:avLst/>
          </a:prstGeom>
          <a:solidFill>
            <a:srgbClr val="121622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19072"/>
            <a:ext cx="301752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Hacker News Frontpage</a:t>
            </a:r>
          </a:p>
          <a:p>
            <a:pPr>
              <a:spcAft>
                <a:spcPts val="600"/>
              </a:spcAft>
              <a:defRPr sz="1000" b="1">
                <a:solidFill>
                  <a:srgbClr val="F59E0B"/>
                </a:solidFill>
                <a:latin typeface="Arial"/>
              </a:defRPr>
            </a:pPr>
            <a:r>
              <a:t>Protocol: Algolia API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Algolia API frontpage discussions, point scores, and comments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3383280" cy="1920240"/>
          </a:xfrm>
          <a:prstGeom prst="roundRect">
            <a:avLst/>
          </a:prstGeom>
          <a:solidFill>
            <a:srgbClr val="121622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13631"/>
            <a:ext cx="301752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Hugging Face Papers</a:t>
            </a:r>
          </a:p>
          <a:p>
            <a:pPr>
              <a:spcAft>
                <a:spcPts val="600"/>
              </a:spcAft>
              <a:defRPr sz="1000" b="1">
                <a:solidFill>
                  <a:srgbClr val="F59E0B"/>
                </a:solidFill>
                <a:latin typeface="Arial"/>
              </a:defRPr>
            </a:pPr>
            <a:r>
              <a:t>Protocol: Hugging Face API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Daily research papers ranked by ML community upvotes &amp; citations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749039"/>
            <a:ext cx="3383280" cy="1920240"/>
          </a:xfrm>
          <a:prstGeom prst="roundRect">
            <a:avLst/>
          </a:prstGeom>
          <a:solidFill>
            <a:srgbClr val="121622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913631"/>
            <a:ext cx="301752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Dev.to Engineering</a:t>
            </a:r>
          </a:p>
          <a:p>
            <a:pPr>
              <a:spcAft>
                <a:spcPts val="6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t>Protocol: Dev.to REST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Curated engineering articles covering AI frameworks and system design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749039"/>
            <a:ext cx="3383280" cy="1920240"/>
          </a:xfrm>
          <a:prstGeom prst="roundRect">
            <a:avLst/>
          </a:prstGeom>
          <a:solidFill>
            <a:srgbClr val="121622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913631"/>
            <a:ext cx="301752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ArXiv AI Preprints</a:t>
            </a:r>
          </a:p>
          <a:p>
            <a:pPr>
              <a:spcAft>
                <a:spcPts val="6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t>Protocol: XML / Atom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Official cs.AI and cs.LG Atom XML research feed for cutting-edge theory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Benchmark: Ingests 90-100 items across all 6 streams in under 5.2 seconds concurrent wall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TECHPULSE // OSINT-AI OBSERVATORY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Web Cockpit: Responsive Bento Grid &amp; High-Signal Curation</a:t>
            </a:r>
          </a:p>
        </p:txBody>
      </p:sp>
      <p:pic>
        <p:nvPicPr>
          <p:cNvPr id="5" name="Picture 4" descr="1_dashboard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463040"/>
            <a:ext cx="3840480" cy="4114800"/>
          </a:xfrm>
          <a:prstGeom prst="roundRect">
            <a:avLst/>
          </a:prstGeom>
          <a:solidFill>
            <a:srgbClr val="121622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645920"/>
            <a:ext cx="33832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SIGNAL MONOLITH DESIGN</a:t>
            </a:r>
          </a:p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Engineered for Focus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High Signal Default: Skip items are quarantined into a 'Noise Audit' tab so readers never see clutter.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Interactive KPI Strip: Clicking on 'High Conviction' or 'Exploratory Signals' filters items instantly.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Responsive Bento Grid: Auto-fill columns adapt from 1 to 3 columns without awkward right-hand voids.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Source Spectrum Pills: Filter by GitHub, Hacker News, Hugging Face, or ArXiv with live count badges.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Export Markdown: Direct one-click download of executive-ready digest reports.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Live Local Server: FastAPI backend running at http://127.0.0.1:8000 with real-time SSE &amp; hot-reload.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TECHPULSE // OSINT-AI OBSERVATORY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Zero-Scroll Cockpit Flight Mode &amp; Keyboard Navigation</a:t>
            </a:r>
          </a:p>
        </p:txBody>
      </p:sp>
      <p:pic>
        <p:nvPicPr>
          <p:cNvPr id="5" name="Picture 4" descr="2_cockpit_split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463040"/>
            <a:ext cx="3840480" cy="4114800"/>
          </a:xfrm>
          <a:prstGeom prst="roundRect">
            <a:avLst/>
          </a:prstGeom>
          <a:solidFill>
            <a:srgbClr val="121622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645920"/>
            <a:ext cx="33832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ZERO-SCROLL FLIGHT DECK</a:t>
            </a:r>
          </a:p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Terminal-Speed Curation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Keyboard Flight Controls: Navigate signals with [Up] / [Down] or [J] / [K]; launch source directly with [Enter].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Dual-Pane Layout: Left scrollable signal list + Right sticky inspector pane for zero viewport scrolling.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Deep Technical Telemetry: Inspects technical briefs, strategic relevance takeaways, source origins, and direct URIs.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Ctrl + K Quick Search: Instant in-memory filtering across titles, summaries, and tags in milliseconds.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One-Click Launch &amp; Copy: Direct source launch or clipboard copy without leaving the observatory.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Verified via Playwright browser automation with 100% headless test pass 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TECHPULSE // OSINT-AI OBSERVATORY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Quality Verification, Performance &amp; Delivery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114800"/>
          </a:xfrm>
          <a:prstGeom prst="roundRect">
            <a:avLst/>
          </a:prstGeom>
          <a:solidFill>
            <a:srgbClr val="121622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TESTING EXCELLENCE</a:t>
            </a:r>
          </a:p>
          <a:p>
            <a:pPr>
              <a:spcAft>
                <a:spcPts val="14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22 / 22 Tests Passing (100%)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 6 Collector unit tests with network timeout isolation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 SQLite 30-day deduplication &amp; non-destructive tests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 Pydantic strict schema &amp; JSON fence stripping tests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 Playwright Chromium browser UI end-to-end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114800"/>
          </a:xfrm>
          <a:prstGeom prst="roundRect">
            <a:avLst/>
          </a:prstGeom>
          <a:solidFill>
            <a:srgbClr val="121622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Arial"/>
              </a:defRPr>
            </a:pPr>
            <a:r>
              <a:t>ZERO-COST ARCHITECTURE</a:t>
            </a:r>
          </a:p>
          <a:p>
            <a:pPr>
              <a:spcAft>
                <a:spcPts val="14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$0.00 Monthly Operating Cost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 Inference: Groq Cloud API free tier (120B / 27B models)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 Scheduling: GitHub Actions scheduled cron at 8AM UTC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 Storage: Local SQLite engine in WAL mode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 Ingestion: 100% free public developer APIs &amp; feeds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114800"/>
          </a:xfrm>
          <a:prstGeom prst="roundRect">
            <a:avLst/>
          </a:prstGeom>
          <a:solidFill>
            <a:srgbClr val="121622"/>
          </a:solidFill>
          <a:ln w="12700">
            <a:solidFill>
              <a:srgbClr val="26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ENTERPRISE READINESS</a:t>
            </a:r>
          </a:p>
          <a:p>
            <a:pPr>
              <a:spcAft>
                <a:spcPts val="14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Production-Grade Standards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 Private GitHub: Bugendaitech-Nishant/techpulse-ai-digest-bot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 Windows cp1252 &amp; UTF-8 resilient (zero terminal crashes)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 FastAPI REST endpoints for stats, digests, and live harvests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✔  Export-ready Markdown reports with strategic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Status: Fully operational, tested, documented, and hosted on Private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